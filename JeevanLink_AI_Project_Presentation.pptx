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3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66" r:id="rId11"/>
    <p:sldId id="267" r:id="rId12"/>
    <p:sldId id="2146847058" r:id="rId13"/>
    <p:sldId id="2146847059" r:id="rId14"/>
    <p:sldId id="2146847060" r:id="rId15"/>
    <p:sldId id="2146847061" r:id="rId16"/>
    <p:sldId id="2146847062" r:id="rId17"/>
    <p:sldId id="268" r:id="rId18"/>
    <p:sldId id="2146847055" r:id="rId19"/>
    <p:sldId id="269" r:id="rId20"/>
    <p:sldId id="2146847056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F823DA-B3BD-4268-90E0-87782D3C3E18}" v="42" dt="2026-09-13T19:49:45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kul mehra" userId="186556f1e1173cc4" providerId="LiveId" clId="{3486F3D7-3F16-400C-B412-5E48FE897709}"/>
    <pc:docChg chg="undo custSel addSld delSld modSld">
      <pc:chgData name="Nakul mehra" userId="186556f1e1173cc4" providerId="LiveId" clId="{3486F3D7-3F16-400C-B412-5E48FE897709}" dt="2026-09-13T19:49:28.569" v="658"/>
      <pc:docMkLst>
        <pc:docMk/>
      </pc:docMkLst>
      <pc:sldChg chg="modSp mod">
        <pc:chgData name="Nakul mehra" userId="186556f1e1173cc4" providerId="LiveId" clId="{3486F3D7-3F16-400C-B412-5E48FE897709}" dt="2026-09-13T18:57:59.585" v="306" actId="20577"/>
        <pc:sldMkLst>
          <pc:docMk/>
          <pc:sldMk cId="953325580" sldId="256"/>
        </pc:sldMkLst>
        <pc:spChg chg="mod">
          <ac:chgData name="Nakul mehra" userId="186556f1e1173cc4" providerId="LiveId" clId="{3486F3D7-3F16-400C-B412-5E48FE897709}" dt="2026-09-13T18:57:59.585" v="306" actId="20577"/>
          <ac:spMkLst>
            <pc:docMk/>
            <pc:sldMk cId="953325580" sldId="256"/>
            <ac:spMk id="2" creationId="{A8A11E26-4C38-41A6-9857-11032CEECD80}"/>
          </ac:spMkLst>
        </pc:spChg>
        <pc:spChg chg="mod">
          <ac:chgData name="Nakul mehra" userId="186556f1e1173cc4" providerId="LiveId" clId="{3486F3D7-3F16-400C-B412-5E48FE897709}" dt="2026-09-13T18:53:50.061" v="275" actId="20577"/>
          <ac:spMkLst>
            <pc:docMk/>
            <pc:sldMk cId="953325580" sldId="256"/>
            <ac:spMk id="4" creationId="{00000000-0000-0000-0000-000000000000}"/>
          </ac:spMkLst>
        </pc:spChg>
      </pc:sldChg>
      <pc:sldChg chg="addSp delSp modSp mod">
        <pc:chgData name="Nakul mehra" userId="186556f1e1173cc4" providerId="LiveId" clId="{3486F3D7-3F16-400C-B412-5E48FE897709}" dt="2026-09-13T19:02:17.697" v="324" actId="27636"/>
        <pc:sldMkLst>
          <pc:docMk/>
          <pc:sldMk cId="1186421160" sldId="262"/>
        </pc:sldMkLst>
        <pc:spChg chg="mod">
          <ac:chgData name="Nakul mehra" userId="186556f1e1173cc4" providerId="LiveId" clId="{3486F3D7-3F16-400C-B412-5E48FE897709}" dt="2026-09-13T19:02:17.697" v="324" actId="27636"/>
          <ac:spMkLst>
            <pc:docMk/>
            <pc:sldMk cId="1186421160" sldId="262"/>
            <ac:spMk id="2" creationId="{8FEE4A9C-3F57-7DA7-91FD-715C3FB47F93}"/>
          </ac:spMkLst>
        </pc:spChg>
        <pc:spChg chg="add del mod">
          <ac:chgData name="Nakul mehra" userId="186556f1e1173cc4" providerId="LiveId" clId="{3486F3D7-3F16-400C-B412-5E48FE897709}" dt="2026-09-13T19:01:54.253" v="318"/>
          <ac:spMkLst>
            <pc:docMk/>
            <pc:sldMk cId="1186421160" sldId="262"/>
            <ac:spMk id="3" creationId="{C2C20F36-E77A-08F0-3A8A-48FFCC0014D0}"/>
          </ac:spMkLst>
        </pc:spChg>
      </pc:sldChg>
      <pc:sldChg chg="modSp mod">
        <pc:chgData name="Nakul mehra" userId="186556f1e1173cc4" providerId="LiveId" clId="{3486F3D7-3F16-400C-B412-5E48FE897709}" dt="2026-09-13T19:04:45.971" v="382" actId="20577"/>
        <pc:sldMkLst>
          <pc:docMk/>
          <pc:sldMk cId="3210358481" sldId="263"/>
        </pc:sldMkLst>
        <pc:spChg chg="mod">
          <ac:chgData name="Nakul mehra" userId="186556f1e1173cc4" providerId="LiveId" clId="{3486F3D7-3F16-400C-B412-5E48FE897709}" dt="2026-09-13T19:04:45.971" v="382" actId="20577"/>
          <ac:spMkLst>
            <pc:docMk/>
            <pc:sldMk cId="3210358481" sldId="263"/>
            <ac:spMk id="2" creationId="{E041FD9D-DF07-9C37-1E61-1D920E0EF1D4}"/>
          </ac:spMkLst>
        </pc:spChg>
      </pc:sldChg>
      <pc:sldChg chg="addSp delSp modSp mod">
        <pc:chgData name="Nakul mehra" userId="186556f1e1173cc4" providerId="LiveId" clId="{3486F3D7-3F16-400C-B412-5E48FE897709}" dt="2026-09-13T19:09:15.768" v="431" actId="14100"/>
        <pc:sldMkLst>
          <pc:docMk/>
          <pc:sldMk cId="3202024527" sldId="265"/>
        </pc:sldMkLst>
        <pc:spChg chg="mod">
          <ac:chgData name="Nakul mehra" userId="186556f1e1173cc4" providerId="LiveId" clId="{3486F3D7-3F16-400C-B412-5E48FE897709}" dt="2026-09-13T19:09:15.768" v="431" actId="14100"/>
          <ac:spMkLst>
            <pc:docMk/>
            <pc:sldMk cId="3202024527" sldId="265"/>
            <ac:spMk id="2" creationId="{C4FFAF3C-BA60-9181-132C-C36C403AAEA7}"/>
          </ac:spMkLst>
        </pc:spChg>
        <pc:spChg chg="add del mod">
          <ac:chgData name="Nakul mehra" userId="186556f1e1173cc4" providerId="LiveId" clId="{3486F3D7-3F16-400C-B412-5E48FE897709}" dt="2026-09-13T19:08:57.541" v="428"/>
          <ac:spMkLst>
            <pc:docMk/>
            <pc:sldMk cId="3202024527" sldId="265"/>
            <ac:spMk id="4" creationId="{B1CD7A03-2851-E080-957B-2B68A5732537}"/>
          </ac:spMkLst>
        </pc:spChg>
      </pc:sldChg>
      <pc:sldChg chg="addSp modSp mod">
        <pc:chgData name="Nakul mehra" userId="186556f1e1173cc4" providerId="LiveId" clId="{3486F3D7-3F16-400C-B412-5E48FE897709}" dt="2026-09-13T19:18:19.279" v="508" actId="20577"/>
        <pc:sldMkLst>
          <pc:docMk/>
          <pc:sldMk cId="4154508776" sldId="266"/>
        </pc:sldMkLst>
        <pc:spChg chg="mod">
          <ac:chgData name="Nakul mehra" userId="186556f1e1173cc4" providerId="LiveId" clId="{3486F3D7-3F16-400C-B412-5E48FE897709}" dt="2026-09-13T19:18:05.067" v="507" actId="255"/>
          <ac:spMkLst>
            <pc:docMk/>
            <pc:sldMk cId="4154508776" sldId="266"/>
            <ac:spMk id="2" creationId="{F7F0871F-2198-9E37-C96F-3611AA199B60}"/>
          </ac:spMkLst>
        </pc:spChg>
        <pc:spChg chg="add mod">
          <ac:chgData name="Nakul mehra" userId="186556f1e1173cc4" providerId="LiveId" clId="{3486F3D7-3F16-400C-B412-5E48FE897709}" dt="2026-09-13T19:18:19.279" v="508" actId="20577"/>
          <ac:spMkLst>
            <pc:docMk/>
            <pc:sldMk cId="4154508776" sldId="266"/>
            <ac:spMk id="4" creationId="{8DC0B68A-8FAD-19DB-9A2E-052222E43836}"/>
          </ac:spMkLst>
        </pc:spChg>
      </pc:sldChg>
      <pc:sldChg chg="addSp delSp modSp mod">
        <pc:chgData name="Nakul mehra" userId="186556f1e1173cc4" providerId="LiveId" clId="{3486F3D7-3F16-400C-B412-5E48FE897709}" dt="2026-09-13T19:20:03.788" v="525" actId="20577"/>
        <pc:sldMkLst>
          <pc:docMk/>
          <pc:sldMk cId="1483293388" sldId="267"/>
        </pc:sldMkLst>
        <pc:spChg chg="mod">
          <ac:chgData name="Nakul mehra" userId="186556f1e1173cc4" providerId="LiveId" clId="{3486F3D7-3F16-400C-B412-5E48FE897709}" dt="2026-09-13T19:20:03.788" v="525" actId="20577"/>
          <ac:spMkLst>
            <pc:docMk/>
            <pc:sldMk cId="1483293388" sldId="267"/>
            <ac:spMk id="2" creationId="{D3304455-6802-6CA9-8475-2F6DD1B8D409}"/>
          </ac:spMkLst>
        </pc:spChg>
      </pc:sldChg>
      <pc:sldChg chg="modSp mod">
        <pc:chgData name="Nakul mehra" userId="186556f1e1173cc4" providerId="LiveId" clId="{3486F3D7-3F16-400C-B412-5E48FE897709}" dt="2026-09-13T19:37:58.504" v="611" actId="20577"/>
        <pc:sldMkLst>
          <pc:docMk/>
          <pc:sldMk cId="3183315129" sldId="268"/>
        </pc:sldMkLst>
        <pc:spChg chg="mod">
          <ac:chgData name="Nakul mehra" userId="186556f1e1173cc4" providerId="LiveId" clId="{3486F3D7-3F16-400C-B412-5E48FE897709}" dt="2026-09-13T19:37:58.504" v="611" actId="20577"/>
          <ac:spMkLst>
            <pc:docMk/>
            <pc:sldMk cId="3183315129" sldId="268"/>
            <ac:spMk id="2" creationId="{005E46AB-32C4-4B57-A2B1-50738A64BE1B}"/>
          </ac:spMkLst>
        </pc:spChg>
      </pc:sldChg>
      <pc:sldChg chg="modSp mod">
        <pc:chgData name="Nakul mehra" userId="186556f1e1173cc4" providerId="LiveId" clId="{3486F3D7-3F16-400C-B412-5E48FE897709}" dt="2026-09-13T19:41:50.720" v="617" actId="14100"/>
        <pc:sldMkLst>
          <pc:docMk/>
          <pc:sldMk cId="728950222" sldId="269"/>
        </pc:sldMkLst>
        <pc:spChg chg="mod">
          <ac:chgData name="Nakul mehra" userId="186556f1e1173cc4" providerId="LiveId" clId="{3486F3D7-3F16-400C-B412-5E48FE897709}" dt="2026-09-13T19:41:50.720" v="617" actId="14100"/>
          <ac:spMkLst>
            <pc:docMk/>
            <pc:sldMk cId="728950222" sldId="269"/>
            <ac:spMk id="2" creationId="{357C38BC-22B3-37B2-E0C3-812020A76077}"/>
          </ac:spMkLst>
        </pc:spChg>
      </pc:sldChg>
      <pc:sldChg chg="modSp mod">
        <pc:chgData name="Nakul mehra" userId="186556f1e1173cc4" providerId="LiveId" clId="{3486F3D7-3F16-400C-B412-5E48FE897709}" dt="2026-09-13T19:40:34.697" v="614" actId="14100"/>
        <pc:sldMkLst>
          <pc:docMk/>
          <pc:sldMk cId="614882681" sldId="2146847055"/>
        </pc:sldMkLst>
        <pc:spChg chg="mod">
          <ac:chgData name="Nakul mehra" userId="186556f1e1173cc4" providerId="LiveId" clId="{3486F3D7-3F16-400C-B412-5E48FE897709}" dt="2026-09-13T19:40:34.697" v="614" actId="14100"/>
          <ac:spMkLst>
            <pc:docMk/>
            <pc:sldMk cId="614882681" sldId="2146847055"/>
            <ac:spMk id="3" creationId="{A6638FD1-D00E-E75B-705C-564F06D93D7B}"/>
          </ac:spMkLst>
        </pc:spChg>
      </pc:sldChg>
      <pc:sldChg chg="addSp delSp modSp mod">
        <pc:chgData name="Nakul mehra" userId="186556f1e1173cc4" providerId="LiveId" clId="{3486F3D7-3F16-400C-B412-5E48FE897709}" dt="2026-09-13T19:49:28.569" v="658"/>
        <pc:sldMkLst>
          <pc:docMk/>
          <pc:sldMk cId="258852918" sldId="2146847056"/>
        </pc:sldMkLst>
        <pc:spChg chg="mod">
          <ac:chgData name="Nakul mehra" userId="186556f1e1173cc4" providerId="LiveId" clId="{3486F3D7-3F16-400C-B412-5E48FE897709}" dt="2026-09-13T19:49:28.569" v="658"/>
          <ac:spMkLst>
            <pc:docMk/>
            <pc:sldMk cId="258852918" sldId="2146847056"/>
            <ac:spMk id="3" creationId="{618C47C2-EF01-12B0-99EA-861F9629D1D9}"/>
          </ac:spMkLst>
        </pc:spChg>
      </pc:sldChg>
      <pc:sldChg chg="addSp delSp modSp new mod">
        <pc:chgData name="Nakul mehra" userId="186556f1e1173cc4" providerId="LiveId" clId="{3486F3D7-3F16-400C-B412-5E48FE897709}" dt="2026-09-13T19:11:28.577" v="468" actId="122"/>
        <pc:sldMkLst>
          <pc:docMk/>
          <pc:sldMk cId="801117605" sldId="2146847057"/>
        </pc:sldMkLst>
        <pc:spChg chg="mod">
          <ac:chgData name="Nakul mehra" userId="186556f1e1173cc4" providerId="LiveId" clId="{3486F3D7-3F16-400C-B412-5E48FE897709}" dt="2026-09-01T11:23:09.021" v="78" actId="207"/>
          <ac:spMkLst>
            <pc:docMk/>
            <pc:sldMk cId="801117605" sldId="2146847057"/>
            <ac:spMk id="2" creationId="{06C899BA-B707-7512-16AD-B6BBCFDAFE9F}"/>
          </ac:spMkLst>
        </pc:spChg>
        <pc:graphicFrameChg chg="add mod modGraphic">
          <ac:chgData name="Nakul mehra" userId="186556f1e1173cc4" providerId="LiveId" clId="{3486F3D7-3F16-400C-B412-5E48FE897709}" dt="2026-09-13T19:11:28.577" v="468" actId="122"/>
          <ac:graphicFrameMkLst>
            <pc:docMk/>
            <pc:sldMk cId="801117605" sldId="2146847057"/>
            <ac:graphicFrameMk id="4" creationId="{8BDAE4B8-4BDF-5D82-5FC3-F5970E3D9B4B}"/>
          </ac:graphicFrameMkLst>
        </pc:graphicFrameChg>
      </pc:sldChg>
      <pc:sldChg chg="addSp delSp modSp new mod">
        <pc:chgData name="Nakul mehra" userId="186556f1e1173cc4" providerId="LiveId" clId="{3486F3D7-3F16-400C-B412-5E48FE897709}" dt="2026-09-13T19:28:49.670" v="540" actId="1036"/>
        <pc:sldMkLst>
          <pc:docMk/>
          <pc:sldMk cId="1896568337" sldId="2146847058"/>
        </pc:sldMkLst>
        <pc:spChg chg="mod">
          <ac:chgData name="Nakul mehra" userId="186556f1e1173cc4" providerId="LiveId" clId="{3486F3D7-3F16-400C-B412-5E48FE897709}" dt="2026-09-01T11:30:49.575" v="184" actId="255"/>
          <ac:spMkLst>
            <pc:docMk/>
            <pc:sldMk cId="1896568337" sldId="2146847058"/>
            <ac:spMk id="2" creationId="{3BC7FC29-B8EE-75B5-C38F-42268F537270}"/>
          </ac:spMkLst>
        </pc:spChg>
        <pc:spChg chg="add del mod">
          <ac:chgData name="Nakul mehra" userId="186556f1e1173cc4" providerId="LiveId" clId="{3486F3D7-3F16-400C-B412-5E48FE897709}" dt="2026-09-13T19:28:34.045" v="527" actId="22"/>
          <ac:spMkLst>
            <pc:docMk/>
            <pc:sldMk cId="1896568337" sldId="2146847058"/>
            <ac:spMk id="4" creationId="{A11C74DD-2CCD-D46F-2D70-2BE58DF322C5}"/>
          </ac:spMkLst>
        </pc:spChg>
        <pc:picChg chg="add del mod ord">
          <ac:chgData name="Nakul mehra" userId="186556f1e1173cc4" providerId="LiveId" clId="{3486F3D7-3F16-400C-B412-5E48FE897709}" dt="2026-09-13T19:20:30.266" v="526" actId="478"/>
          <ac:picMkLst>
            <pc:docMk/>
            <pc:sldMk cId="1896568337" sldId="2146847058"/>
            <ac:picMk id="5" creationId="{27FC6FCC-AAA6-6B8A-7C62-4888EE38FA34}"/>
          </ac:picMkLst>
        </pc:picChg>
        <pc:picChg chg="add mod ord">
          <ac:chgData name="Nakul mehra" userId="186556f1e1173cc4" providerId="LiveId" clId="{3486F3D7-3F16-400C-B412-5E48FE897709}" dt="2026-09-13T19:28:49.670" v="540" actId="1036"/>
          <ac:picMkLst>
            <pc:docMk/>
            <pc:sldMk cId="1896568337" sldId="2146847058"/>
            <ac:picMk id="7" creationId="{AB475B68-54F7-0B94-F174-FBF1AA24FE07}"/>
          </ac:picMkLst>
        </pc:picChg>
      </pc:sldChg>
      <pc:sldChg chg="addSp delSp modSp new mod">
        <pc:chgData name="Nakul mehra" userId="186556f1e1173cc4" providerId="LiveId" clId="{3486F3D7-3F16-400C-B412-5E48FE897709}" dt="2026-09-13T19:29:52.627" v="549" actId="14100"/>
        <pc:sldMkLst>
          <pc:docMk/>
          <pc:sldMk cId="239848312" sldId="2146847059"/>
        </pc:sldMkLst>
        <pc:spChg chg="mod">
          <ac:chgData name="Nakul mehra" userId="186556f1e1173cc4" providerId="LiveId" clId="{3486F3D7-3F16-400C-B412-5E48FE897709}" dt="2026-09-01T11:31:00.241" v="186"/>
          <ac:spMkLst>
            <pc:docMk/>
            <pc:sldMk cId="239848312" sldId="2146847059"/>
            <ac:spMk id="2" creationId="{44F71DCB-A6F0-7566-91A0-24AFE94FDDDB}"/>
          </ac:spMkLst>
        </pc:spChg>
        <pc:spChg chg="add del mod">
          <ac:chgData name="Nakul mehra" userId="186556f1e1173cc4" providerId="LiveId" clId="{3486F3D7-3F16-400C-B412-5E48FE897709}" dt="2026-09-13T19:29:01.361" v="542" actId="22"/>
          <ac:spMkLst>
            <pc:docMk/>
            <pc:sldMk cId="239848312" sldId="2146847059"/>
            <ac:spMk id="4" creationId="{E524A344-66F6-52B0-46FE-28CC5CD03071}"/>
          </ac:spMkLst>
        </pc:spChg>
        <pc:spChg chg="add del mod">
          <ac:chgData name="Nakul mehra" userId="186556f1e1173cc4" providerId="LiveId" clId="{3486F3D7-3F16-400C-B412-5E48FE897709}" dt="2026-09-13T19:29:46.667" v="547" actId="22"/>
          <ac:spMkLst>
            <pc:docMk/>
            <pc:sldMk cId="239848312" sldId="2146847059"/>
            <ac:spMk id="9" creationId="{7AF6BE3F-D0AC-852F-7E6C-5CAE44025B58}"/>
          </ac:spMkLst>
        </pc:spChg>
        <pc:picChg chg="add del mod ord">
          <ac:chgData name="Nakul mehra" userId="186556f1e1173cc4" providerId="LiveId" clId="{3486F3D7-3F16-400C-B412-5E48FE897709}" dt="2026-09-13T19:28:55.350" v="541" actId="478"/>
          <ac:picMkLst>
            <pc:docMk/>
            <pc:sldMk cId="239848312" sldId="2146847059"/>
            <ac:picMk id="5" creationId="{9145AEE7-2D3C-9D8F-86C5-2EFC6C11BF9E}"/>
          </ac:picMkLst>
        </pc:picChg>
        <pc:picChg chg="add del mod ord">
          <ac:chgData name="Nakul mehra" userId="186556f1e1173cc4" providerId="LiveId" clId="{3486F3D7-3F16-400C-B412-5E48FE897709}" dt="2026-09-13T19:29:30.092" v="546" actId="478"/>
          <ac:picMkLst>
            <pc:docMk/>
            <pc:sldMk cId="239848312" sldId="2146847059"/>
            <ac:picMk id="7" creationId="{ACD43395-4C52-932F-5239-1B2EE18EA86B}"/>
          </ac:picMkLst>
        </pc:picChg>
        <pc:picChg chg="add mod ord">
          <ac:chgData name="Nakul mehra" userId="186556f1e1173cc4" providerId="LiveId" clId="{3486F3D7-3F16-400C-B412-5E48FE897709}" dt="2026-09-13T19:29:52.627" v="549" actId="14100"/>
          <ac:picMkLst>
            <pc:docMk/>
            <pc:sldMk cId="239848312" sldId="2146847059"/>
            <ac:picMk id="11" creationId="{89E0D657-4FAA-32D5-6134-74CEA36B073C}"/>
          </ac:picMkLst>
        </pc:picChg>
      </pc:sldChg>
      <pc:sldChg chg="addSp delSp modSp new mod">
        <pc:chgData name="Nakul mehra" userId="186556f1e1173cc4" providerId="LiveId" clId="{3486F3D7-3F16-400C-B412-5E48FE897709}" dt="2026-09-13T19:31:37.244" v="556" actId="14100"/>
        <pc:sldMkLst>
          <pc:docMk/>
          <pc:sldMk cId="3787763911" sldId="2146847060"/>
        </pc:sldMkLst>
        <pc:spChg chg="mod">
          <ac:chgData name="Nakul mehra" userId="186556f1e1173cc4" providerId="LiveId" clId="{3486F3D7-3F16-400C-B412-5E48FE897709}" dt="2026-09-01T11:31:05.421" v="188"/>
          <ac:spMkLst>
            <pc:docMk/>
            <pc:sldMk cId="3787763911" sldId="2146847060"/>
            <ac:spMk id="2" creationId="{34761E46-1B26-DD57-5620-7B913BF3EB7F}"/>
          </ac:spMkLst>
        </pc:spChg>
        <pc:spChg chg="add mod">
          <ac:chgData name="Nakul mehra" userId="186556f1e1173cc4" providerId="LiveId" clId="{3486F3D7-3F16-400C-B412-5E48FE897709}" dt="2026-09-13T19:31:37.244" v="556" actId="14100"/>
          <ac:spMkLst>
            <pc:docMk/>
            <pc:sldMk cId="3787763911" sldId="2146847060"/>
            <ac:spMk id="7" creationId="{1AD92A83-7959-6518-E450-2A04AD831CD2}"/>
          </ac:spMkLst>
        </pc:spChg>
        <pc:picChg chg="add mod">
          <ac:chgData name="Nakul mehra" userId="186556f1e1173cc4" providerId="LiveId" clId="{3486F3D7-3F16-400C-B412-5E48FE897709}" dt="2026-09-13T19:31:29.748" v="553" actId="1076"/>
          <ac:picMkLst>
            <pc:docMk/>
            <pc:sldMk cId="3787763911" sldId="2146847060"/>
            <ac:picMk id="4" creationId="{21DCAD23-FE3E-7D6D-FD84-5860BCB78010}"/>
          </ac:picMkLst>
        </pc:picChg>
        <pc:picChg chg="add del mod ord">
          <ac:chgData name="Nakul mehra" userId="186556f1e1173cc4" providerId="LiveId" clId="{3486F3D7-3F16-400C-B412-5E48FE897709}" dt="2026-09-13T19:31:31.762" v="554" actId="478"/>
          <ac:picMkLst>
            <pc:docMk/>
            <pc:sldMk cId="3787763911" sldId="2146847060"/>
            <ac:picMk id="6" creationId="{FD0B06F7-6542-E4D0-E4C8-9DEF8E25B92D}"/>
          </ac:picMkLst>
        </pc:picChg>
        <pc:picChg chg="add del mod">
          <ac:chgData name="Nakul mehra" userId="186556f1e1173cc4" providerId="LiveId" clId="{3486F3D7-3F16-400C-B412-5E48FE897709}" dt="2026-09-13T19:29:57.620" v="550" actId="478"/>
          <ac:picMkLst>
            <pc:docMk/>
            <pc:sldMk cId="3787763911" sldId="2146847060"/>
            <ac:picMk id="8" creationId="{07614D01-EAA3-786B-F3EA-C80DA773A136}"/>
          </ac:picMkLst>
        </pc:picChg>
      </pc:sldChg>
      <pc:sldChg chg="addSp delSp modSp new mod">
        <pc:chgData name="Nakul mehra" userId="186556f1e1173cc4" providerId="LiveId" clId="{3486F3D7-3F16-400C-B412-5E48FE897709}" dt="2026-09-13T19:36:22.581" v="592" actId="478"/>
        <pc:sldMkLst>
          <pc:docMk/>
          <pc:sldMk cId="2003445488" sldId="2146847061"/>
        </pc:sldMkLst>
        <pc:spChg chg="mod">
          <ac:chgData name="Nakul mehra" userId="186556f1e1173cc4" providerId="LiveId" clId="{3486F3D7-3F16-400C-B412-5E48FE897709}" dt="2026-09-13T19:31:56.650" v="560" actId="27636"/>
          <ac:spMkLst>
            <pc:docMk/>
            <pc:sldMk cId="2003445488" sldId="2146847061"/>
            <ac:spMk id="2" creationId="{55995468-BDF2-AC98-A7F7-05731273BA1C}"/>
          </ac:spMkLst>
        </pc:spChg>
        <pc:spChg chg="del">
          <ac:chgData name="Nakul mehra" userId="186556f1e1173cc4" providerId="LiveId" clId="{3486F3D7-3F16-400C-B412-5E48FE897709}" dt="2026-09-13T19:34:29.299" v="561" actId="22"/>
          <ac:spMkLst>
            <pc:docMk/>
            <pc:sldMk cId="2003445488" sldId="2146847061"/>
            <ac:spMk id="3" creationId="{B8BE77CB-664C-B0B1-D047-CB16EE1D4DBE}"/>
          </ac:spMkLst>
        </pc:spChg>
        <pc:spChg chg="add mod">
          <ac:chgData name="Nakul mehra" userId="186556f1e1173cc4" providerId="LiveId" clId="{3486F3D7-3F16-400C-B412-5E48FE897709}" dt="2026-09-13T19:35:18.829" v="573" actId="1076"/>
          <ac:spMkLst>
            <pc:docMk/>
            <pc:sldMk cId="2003445488" sldId="2146847061"/>
            <ac:spMk id="9" creationId="{EC410896-7941-FE89-9791-048B48162C9A}"/>
          </ac:spMkLst>
        </pc:spChg>
        <pc:picChg chg="add del mod ord">
          <ac:chgData name="Nakul mehra" userId="186556f1e1173cc4" providerId="LiveId" clId="{3486F3D7-3F16-400C-B412-5E48FE897709}" dt="2026-09-13T19:35:02.399" v="571" actId="478"/>
          <ac:picMkLst>
            <pc:docMk/>
            <pc:sldMk cId="2003445488" sldId="2146847061"/>
            <ac:picMk id="5" creationId="{8DD4E397-7BD1-8A3A-2349-D9DC3DCBD458}"/>
          </ac:picMkLst>
        </pc:picChg>
        <pc:picChg chg="add mod ord">
          <ac:chgData name="Nakul mehra" userId="186556f1e1173cc4" providerId="LiveId" clId="{3486F3D7-3F16-400C-B412-5E48FE897709}" dt="2026-09-13T19:35:37.375" v="578" actId="166"/>
          <ac:picMkLst>
            <pc:docMk/>
            <pc:sldMk cId="2003445488" sldId="2146847061"/>
            <ac:picMk id="7" creationId="{371E5B2A-B23E-FA3E-8543-EA06AA00318B}"/>
          </ac:picMkLst>
        </pc:picChg>
        <pc:picChg chg="add del">
          <ac:chgData name="Nakul mehra" userId="186556f1e1173cc4" providerId="LiveId" clId="{3486F3D7-3F16-400C-B412-5E48FE897709}" dt="2026-09-13T19:36:22.581" v="592" actId="478"/>
          <ac:picMkLst>
            <pc:docMk/>
            <pc:sldMk cId="2003445488" sldId="2146847061"/>
            <ac:picMk id="11" creationId="{9A3F6A3E-5E7C-97DF-865C-013B3D3D3C48}"/>
          </ac:picMkLst>
        </pc:picChg>
      </pc:sldChg>
      <pc:sldChg chg="addSp delSp modSp new mod">
        <pc:chgData name="Nakul mehra" userId="186556f1e1173cc4" providerId="LiveId" clId="{3486F3D7-3F16-400C-B412-5E48FE897709}" dt="2026-09-13T19:36:34.100" v="595" actId="27636"/>
        <pc:sldMkLst>
          <pc:docMk/>
          <pc:sldMk cId="693413878" sldId="2146847062"/>
        </pc:sldMkLst>
        <pc:spChg chg="mod">
          <ac:chgData name="Nakul mehra" userId="186556f1e1173cc4" providerId="LiveId" clId="{3486F3D7-3F16-400C-B412-5E48FE897709}" dt="2026-09-13T19:36:34.100" v="595" actId="27636"/>
          <ac:spMkLst>
            <pc:docMk/>
            <pc:sldMk cId="693413878" sldId="2146847062"/>
            <ac:spMk id="2" creationId="{74853E06-37AB-EAC4-7469-2D3C81A59B7A}"/>
          </ac:spMkLst>
        </pc:spChg>
        <pc:spChg chg="del">
          <ac:chgData name="Nakul mehra" userId="186556f1e1173cc4" providerId="LiveId" clId="{3486F3D7-3F16-400C-B412-5E48FE897709}" dt="2026-09-13T19:35:46.577" v="580" actId="22"/>
          <ac:spMkLst>
            <pc:docMk/>
            <pc:sldMk cId="693413878" sldId="2146847062"/>
            <ac:spMk id="3" creationId="{130BA515-3D10-5B08-BB55-14E86BEBE2CA}"/>
          </ac:spMkLst>
        </pc:spChg>
        <pc:spChg chg="add mod">
          <ac:chgData name="Nakul mehra" userId="186556f1e1173cc4" providerId="LiveId" clId="{3486F3D7-3F16-400C-B412-5E48FE897709}" dt="2026-09-13T19:35:49.385" v="581" actId="478"/>
          <ac:spMkLst>
            <pc:docMk/>
            <pc:sldMk cId="693413878" sldId="2146847062"/>
            <ac:spMk id="7" creationId="{9F6D059C-EBB7-181B-D322-710909736F71}"/>
          </ac:spMkLst>
        </pc:spChg>
        <pc:picChg chg="add del mod ord">
          <ac:chgData name="Nakul mehra" userId="186556f1e1173cc4" providerId="LiveId" clId="{3486F3D7-3F16-400C-B412-5E48FE897709}" dt="2026-09-13T19:35:49.385" v="581" actId="478"/>
          <ac:picMkLst>
            <pc:docMk/>
            <pc:sldMk cId="693413878" sldId="2146847062"/>
            <ac:picMk id="5" creationId="{A2617E6E-2411-FABB-B9D9-B0AC7F3497F8}"/>
          </ac:picMkLst>
        </pc:picChg>
        <pc:picChg chg="add mod ord">
          <ac:chgData name="Nakul mehra" userId="186556f1e1173cc4" providerId="LiveId" clId="{3486F3D7-3F16-400C-B412-5E48FE897709}" dt="2026-09-13T19:36:15.276" v="590" actId="166"/>
          <ac:picMkLst>
            <pc:docMk/>
            <pc:sldMk cId="693413878" sldId="2146847062"/>
            <ac:picMk id="9" creationId="{353512B9-BF27-DD95-552D-41EF9527218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jeevanlink-ai.streamlit.app/" TargetMode="External"/><Relationship Id="rId2" Type="http://schemas.openxmlformats.org/officeDocument/2006/relationships/hyperlink" Target="https://github.com/Nakulmehra19/jeevanlink-ai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337" y="1782746"/>
            <a:ext cx="9144000" cy="1112854"/>
          </a:xfrm>
        </p:spPr>
        <p:txBody>
          <a:bodyPr>
            <a:normAutofit/>
          </a:bodyPr>
          <a:lstStyle/>
          <a:p>
            <a:pPr algn="ctr"/>
            <a:r>
              <a:rPr lang="en-US" sz="6000"/>
              <a:t>🩸 JeevanLink </a:t>
            </a:r>
            <a:r>
              <a:rPr lang="en-US" sz="6000" dirty="0"/>
              <a:t>AI 🤖</a:t>
            </a:r>
            <a:endParaRPr lang="en-US" sz="6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Name-Nakul Mehra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Name-Tuls’s Institute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- MCA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 - STU623c3d91ed7161648115089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  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Problem Statement </a:t>
            </a:r>
            <a:r>
              <a:rPr lang="en-US" sz="2000">
                <a:latin typeface="Arial"/>
                <a:ea typeface="+mn-lt"/>
                <a:cs typeface="Arial"/>
              </a:rPr>
              <a:t>(Should not include solution)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Proposed System/Solution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Calibri"/>
              </a:rPr>
              <a:t>System </a:t>
            </a:r>
            <a:r>
              <a:rPr lang="en-US" sz="2000" b="1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>
                <a:latin typeface="Arial"/>
                <a:ea typeface="+mn-lt"/>
                <a:cs typeface="+mn-lt"/>
              </a:rPr>
              <a:t>(Technology Used) </a:t>
            </a:r>
            <a:endParaRPr lang="en-US">
              <a:latin typeface="Arial"/>
              <a:ea typeface="+mn-lt"/>
              <a:cs typeface="+mn-lt"/>
            </a:endParaRPr>
          </a:p>
          <a:p>
            <a:r>
              <a:rPr lang="en-US" sz="2000" b="1">
                <a:latin typeface="Arial"/>
                <a:ea typeface="+mn-lt"/>
                <a:cs typeface="+mn-lt"/>
              </a:rPr>
              <a:t>Algorithm &amp; Deployment  </a:t>
            </a:r>
            <a:endParaRPr lang="en-US">
              <a:latin typeface="Arial"/>
              <a:cs typeface="Calibri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Conclusion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References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1"/>
            <a:ext cx="11029615" cy="508696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/>
              <a:t>PROBLEM STATEMENT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• Emergency blood and organ donation requires fast coordination between recipients and suitable donors.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Manually searching for compatible donors can be slow and inefficient during critical situations.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Donor availability, blood compatibility, donation type and location must be considered together.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Lack of centralized and persistent donor/request records can make coordination difficult.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Verification and status tracking are important to maintain reliable donor information.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Administrators need a clear way to monitor requests, donors, matches and platform activity.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71" y="1729648"/>
            <a:ext cx="11613485" cy="4406747"/>
          </a:xfrm>
        </p:spPr>
        <p:txBody>
          <a:bodyPr vert="horz" lIns="91440" tIns="45720" rIns="91440" bIns="45720" rtlCol="0" anchor="ctr">
            <a:no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1800" b="1" dirty="0"/>
              <a:t>🩸 JeevanLink AI</a:t>
            </a:r>
          </a:p>
          <a:p>
            <a:r>
              <a:rPr lang="en-US" dirty="0"/>
              <a:t>JeevanLink AI is a </a:t>
            </a:r>
            <a:r>
              <a:rPr lang="en-US" dirty="0" err="1"/>
              <a:t>Streamlit</a:t>
            </a:r>
            <a:r>
              <a:rPr lang="en-US" dirty="0"/>
              <a:t>-based intelligent donor–recipient matching platform designed to simplify emergency blood and organ donation coordination.</a:t>
            </a:r>
          </a:p>
          <a:p>
            <a:pPr marL="0" indent="0">
              <a:buNone/>
            </a:pPr>
            <a:r>
              <a:rPr lang="en-US" b="1" dirty="0"/>
              <a:t> KEY FEATURES</a:t>
            </a:r>
          </a:p>
          <a:p>
            <a:r>
              <a:rPr lang="en-US" dirty="0"/>
              <a:t>• 👤 Donor Registration</a:t>
            </a:r>
          </a:p>
          <a:p>
            <a:r>
              <a:rPr lang="en-US" dirty="0"/>
              <a:t>• 🚨 Emergency Donation Requests</a:t>
            </a:r>
          </a:p>
          <a:p>
            <a:r>
              <a:rPr lang="en-US" dirty="0"/>
              <a:t>• 🔗 Automated Donor Matching</a:t>
            </a:r>
          </a:p>
          <a:p>
            <a:r>
              <a:rPr lang="en-US" dirty="0"/>
              <a:t>• 🩸 Blood Compatibility Checking</a:t>
            </a:r>
          </a:p>
          <a:p>
            <a:r>
              <a:rPr lang="en-US" dirty="0"/>
              <a:t>• 📍 Location-based Prioritization</a:t>
            </a:r>
          </a:p>
          <a:p>
            <a:r>
              <a:rPr lang="en-US" dirty="0"/>
              <a:t>• 📊 Real-time Analytics Dashboard</a:t>
            </a:r>
          </a:p>
          <a:p>
            <a:r>
              <a:rPr lang="en-US" dirty="0"/>
              <a:t>• 🤖 Gemini-powered AI Assistant</a:t>
            </a:r>
          </a:p>
          <a:p>
            <a:r>
              <a:rPr lang="en-US" dirty="0"/>
              <a:t>• 🛡️ Donor &amp; Request Verification</a:t>
            </a:r>
          </a:p>
          <a:p>
            <a:r>
              <a:rPr lang="en-US" dirty="0"/>
              <a:t>• 👨‍💼 Admin Portal</a:t>
            </a:r>
          </a:p>
          <a:p>
            <a:r>
              <a:rPr lang="en-US" dirty="0"/>
              <a:t>• 🗄️ Persistent </a:t>
            </a:r>
            <a:r>
              <a:rPr lang="en-US" dirty="0" err="1"/>
              <a:t>Supabase</a:t>
            </a:r>
            <a:r>
              <a:rPr lang="en-US" dirty="0"/>
              <a:t> Database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5"/>
            <a:ext cx="10556861" cy="5555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System Development Approach</a:t>
            </a:r>
          </a:p>
          <a:p>
            <a:r>
              <a:rPr lang="en-US" sz="1800" b="1" dirty="0"/>
              <a:t>1. Donor Registration</a:t>
            </a:r>
            <a:br>
              <a:rPr lang="en-US" sz="1800" dirty="0"/>
            </a:br>
            <a:r>
              <a:rPr lang="en-US" sz="1800" dirty="0"/>
              <a:t>Donors provide their blood group, location, donation type, availability and other required information.</a:t>
            </a:r>
          </a:p>
          <a:p>
            <a:r>
              <a:rPr lang="en-US" sz="1800" b="1" dirty="0"/>
              <a:t>2. Request Creation</a:t>
            </a:r>
            <a:br>
              <a:rPr lang="en-US" sz="1800" dirty="0"/>
            </a:br>
            <a:r>
              <a:rPr lang="en-US" sz="1800" dirty="0"/>
              <a:t>Recipients can submit requests based on their blood, organ and donation requirements.</a:t>
            </a:r>
          </a:p>
          <a:p>
            <a:r>
              <a:rPr lang="en-US" sz="1800" b="1" dirty="0"/>
              <a:t>3. Verification</a:t>
            </a:r>
            <a:br>
              <a:rPr lang="en-US" sz="1800" dirty="0"/>
            </a:br>
            <a:r>
              <a:rPr lang="en-US" sz="1800" dirty="0"/>
              <a:t>Administrators verify donor information and manage submitted requests.</a:t>
            </a:r>
          </a:p>
          <a:p>
            <a:r>
              <a:rPr lang="en-US" sz="1800" b="1" dirty="0"/>
              <a:t>4. Intelligent Matching</a:t>
            </a:r>
            <a:br>
              <a:rPr lang="en-US" sz="1800" dirty="0"/>
            </a:br>
            <a:r>
              <a:rPr lang="en-US" sz="1800" dirty="0"/>
              <a:t>The system evaluates compatibility, location, availability and verification status.</a:t>
            </a:r>
          </a:p>
          <a:p>
            <a:r>
              <a:rPr lang="en-US" sz="1800" b="1" dirty="0"/>
              <a:t>5. Match Ranking</a:t>
            </a:r>
            <a:br>
              <a:rPr lang="en-US" sz="1800" dirty="0"/>
            </a:br>
            <a:r>
              <a:rPr lang="en-US" sz="1800" dirty="0"/>
              <a:t>Suitable donors are assigned a match score and ranked according to relevance.</a:t>
            </a:r>
          </a:p>
          <a:p>
            <a:r>
              <a:rPr lang="en-US" sz="1800" b="1" dirty="0"/>
              <a:t>6. Result &amp; Tracking</a:t>
            </a:r>
            <a:br>
              <a:rPr lang="en-US" sz="1800" dirty="0"/>
            </a:br>
            <a:r>
              <a:rPr lang="en-US" sz="1800" dirty="0"/>
              <a:t>Users can view suitable matches while administrators can monitor the complete process.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99BA-B707-7512-16AD-B6BBCFDA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DAE4B8-4BDF-5D82-5FC3-F5970E3D9B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073346"/>
              </p:ext>
            </p:extLst>
          </p:nvPr>
        </p:nvGraphicFramePr>
        <p:xfrm>
          <a:off x="583894" y="1189820"/>
          <a:ext cx="10991329" cy="5244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3984">
                  <a:extLst>
                    <a:ext uri="{9D8B030D-6E8A-4147-A177-3AD203B41FA5}">
                      <a16:colId xmlns:a16="http://schemas.microsoft.com/office/drawing/2014/main" val="4081180271"/>
                    </a:ext>
                  </a:extLst>
                </a:gridCol>
                <a:gridCol w="3656686">
                  <a:extLst>
                    <a:ext uri="{9D8B030D-6E8A-4147-A177-3AD203B41FA5}">
                      <a16:colId xmlns:a16="http://schemas.microsoft.com/office/drawing/2014/main" val="3435782609"/>
                    </a:ext>
                  </a:extLst>
                </a:gridCol>
                <a:gridCol w="3680659">
                  <a:extLst>
                    <a:ext uri="{9D8B030D-6E8A-4147-A177-3AD203B41FA5}">
                      <a16:colId xmlns:a16="http://schemas.microsoft.com/office/drawing/2014/main" val="2612343854"/>
                    </a:ext>
                  </a:extLst>
                </a:gridCol>
              </a:tblGrid>
              <a:tr h="468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93046"/>
                  </a:ext>
                </a:extLst>
              </a:tr>
              <a:tr h="61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Programming Language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application logic and backend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029782"/>
                  </a:ext>
                </a:extLst>
              </a:tr>
              <a:tr h="468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Frontend / UI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Streamlit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Interactive web application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911214"/>
                  </a:ext>
                </a:extLst>
              </a:tr>
              <a:tr h="61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Database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Supabase 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Persistent storage of donors, requests, matches and 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272792"/>
                  </a:ext>
                </a:extLst>
              </a:tr>
              <a:tr h="61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Google Gemini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AI-powered assistant and contextual guidance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757152"/>
                  </a:ext>
                </a:extLst>
              </a:tr>
              <a:tr h="468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Processing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handling, filtering and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980084"/>
                  </a:ext>
                </a:extLst>
              </a:tr>
              <a:tr h="61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Visualization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Plotly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Interactive charts and dashboard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853416"/>
                  </a:ext>
                </a:extLst>
              </a:tr>
              <a:tr h="61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Version Control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Git &amp; GitHub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Source code management and collaboration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833905"/>
                  </a:ext>
                </a:extLst>
              </a:tr>
              <a:tr h="61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Deployment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Streamlit</a:t>
                      </a:r>
                      <a:r>
                        <a:rPr lang="en-US" dirty="0"/>
                        <a:t> Community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Hosting and deployment of the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624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11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4883173" cy="5555974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3800" b="1" dirty="0"/>
              <a:t>Matching Algorithm</a:t>
            </a:r>
          </a:p>
          <a:p>
            <a:pPr marL="0" indent="0">
              <a:buNone/>
            </a:pPr>
            <a:r>
              <a:rPr lang="en-US" sz="2200" b="1" dirty="0"/>
              <a:t>Input:</a:t>
            </a:r>
            <a:endParaRPr lang="en-US" sz="2200" dirty="0"/>
          </a:p>
          <a:p>
            <a:pPr lvl="0"/>
            <a:r>
              <a:rPr lang="en-US" sz="2200" dirty="0"/>
              <a:t>Donor details </a:t>
            </a:r>
          </a:p>
          <a:p>
            <a:pPr lvl="0"/>
            <a:r>
              <a:rPr lang="en-US" sz="2200" dirty="0"/>
              <a:t>Blood group </a:t>
            </a:r>
          </a:p>
          <a:p>
            <a:pPr lvl="0"/>
            <a:r>
              <a:rPr lang="en-US" sz="2200" dirty="0"/>
              <a:t>Donation type </a:t>
            </a:r>
          </a:p>
          <a:p>
            <a:pPr lvl="0"/>
            <a:r>
              <a:rPr lang="en-US" sz="2200" dirty="0"/>
              <a:t>Organ type </a:t>
            </a:r>
          </a:p>
          <a:p>
            <a:pPr lvl="0"/>
            <a:r>
              <a:rPr lang="en-US" sz="2200" dirty="0"/>
              <a:t>City / Location </a:t>
            </a:r>
          </a:p>
          <a:p>
            <a:pPr lvl="0"/>
            <a:r>
              <a:rPr lang="en-US" sz="2200" dirty="0"/>
              <a:t>Availability </a:t>
            </a:r>
          </a:p>
          <a:p>
            <a:pPr lvl="0"/>
            <a:r>
              <a:rPr lang="en-US" sz="2200" dirty="0"/>
              <a:t>Verification status </a:t>
            </a:r>
          </a:p>
          <a:p>
            <a:pPr marL="0" indent="0">
              <a:buNone/>
            </a:pPr>
            <a:r>
              <a:rPr lang="en-US" sz="2200" b="1" dirty="0"/>
              <a:t>Matching Factors:</a:t>
            </a:r>
          </a:p>
          <a:p>
            <a:pPr lvl="0"/>
            <a:r>
              <a:rPr lang="en-US" sz="2200" dirty="0"/>
              <a:t>Blood compatibility </a:t>
            </a:r>
          </a:p>
          <a:p>
            <a:pPr lvl="0"/>
            <a:r>
              <a:rPr lang="en-US" sz="2200" dirty="0"/>
              <a:t>Location </a:t>
            </a:r>
          </a:p>
          <a:p>
            <a:pPr lvl="0"/>
            <a:r>
              <a:rPr lang="en-US" sz="2200" dirty="0"/>
              <a:t>Availability </a:t>
            </a:r>
          </a:p>
          <a:p>
            <a:pPr lvl="0"/>
            <a:r>
              <a:rPr lang="en-US" sz="2200" dirty="0"/>
              <a:t>Donation type </a:t>
            </a:r>
          </a:p>
          <a:p>
            <a:pPr lvl="0"/>
            <a:r>
              <a:rPr lang="en-US" sz="2200" dirty="0"/>
              <a:t>Donor verification </a:t>
            </a:r>
          </a:p>
          <a:p>
            <a:pPr marL="0" indent="0">
              <a:buNone/>
            </a:pPr>
            <a:r>
              <a:rPr lang="en-US" sz="2200" b="1" dirty="0"/>
              <a:t>Output:</a:t>
            </a:r>
          </a:p>
          <a:p>
            <a:r>
              <a:rPr lang="en-US" sz="2200" b="1" dirty="0"/>
              <a:t>Match Score → Ranked Suitable Donors</a:t>
            </a:r>
            <a:endParaRPr lang="en-US" sz="2200" dirty="0"/>
          </a:p>
          <a:p>
            <a:pPr lvl="0"/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0B68A-8FAD-19DB-9A2E-052222E43836}"/>
              </a:ext>
            </a:extLst>
          </p:cNvPr>
          <p:cNvSpPr txBox="1"/>
          <p:nvPr/>
        </p:nvSpPr>
        <p:spPr>
          <a:xfrm>
            <a:off x="5175174" y="1217691"/>
            <a:ext cx="609783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Matching Process</a:t>
            </a:r>
          </a:p>
          <a:p>
            <a:pPr algn="ctr">
              <a:buNone/>
            </a:pPr>
            <a:endParaRPr lang="en-US" sz="2400" b="1" dirty="0"/>
          </a:p>
          <a:p>
            <a:pPr algn="ctr"/>
            <a:r>
              <a:rPr lang="en-US" sz="1600" b="1" dirty="0"/>
              <a:t>Donor / Recipient Request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b="1" dirty="0"/>
              <a:t>Check Donor Availability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b="1" dirty="0"/>
              <a:t>Check Donation Type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b="1" dirty="0"/>
              <a:t>Check Blood Compatibility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b="1" dirty="0"/>
              <a:t>Check Organ Compatibility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b="1" dirty="0"/>
              <a:t>Check Location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b="1" dirty="0"/>
              <a:t>Verify Donor Status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b="1" dirty="0"/>
              <a:t>Calculate Match Score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b="1" dirty="0"/>
              <a:t>Rank Suitable Donors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b="1" dirty="0"/>
              <a:t>Display Matches</a:t>
            </a:r>
            <a:endParaRPr lang="en-US" sz="1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31" y="1325153"/>
            <a:ext cx="10022542" cy="49544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/>
              <a:t>JeevanLink AI</a:t>
            </a:r>
            <a:r>
              <a:rPr lang="en-US" sz="2400" dirty="0"/>
              <a:t> platform successfully demonstrates:</a:t>
            </a:r>
          </a:p>
          <a:p>
            <a:pPr marL="0" indent="0">
              <a:buNone/>
            </a:pPr>
            <a:r>
              <a:rPr lang="en-US" sz="2400" dirty="0"/>
              <a:t>✅ Donor registration and availability management</a:t>
            </a:r>
            <a:br>
              <a:rPr lang="en-US" sz="2400" dirty="0"/>
            </a:br>
            <a:r>
              <a:rPr lang="en-US" sz="2400" dirty="0"/>
              <a:t>✅ Emergency blood and organ request creation</a:t>
            </a:r>
            <a:br>
              <a:rPr lang="en-US" sz="2400" dirty="0"/>
            </a:br>
            <a:r>
              <a:rPr lang="en-US" sz="2400" dirty="0"/>
              <a:t>✅ Blood and donation-type compatibility checking</a:t>
            </a:r>
            <a:br>
              <a:rPr lang="en-US" sz="2400" dirty="0"/>
            </a:br>
            <a:r>
              <a:rPr lang="en-US" sz="2400" dirty="0"/>
              <a:t>✅ Location-based donor prioritization</a:t>
            </a:r>
            <a:br>
              <a:rPr lang="en-US" sz="2400" dirty="0"/>
            </a:br>
            <a:r>
              <a:rPr lang="en-US" sz="2400" dirty="0"/>
              <a:t>✅ Match scoring and donor ranking</a:t>
            </a:r>
            <a:br>
              <a:rPr lang="en-US" sz="2400" dirty="0"/>
            </a:br>
            <a:r>
              <a:rPr lang="en-US" sz="2400" dirty="0"/>
              <a:t>✅ Donor and request verification</a:t>
            </a:r>
            <a:br>
              <a:rPr lang="en-US" sz="2400" dirty="0"/>
            </a:br>
            <a:r>
              <a:rPr lang="en-US" sz="2400" dirty="0"/>
              <a:t>✅ Admin portal for system management</a:t>
            </a:r>
            <a:br>
              <a:rPr lang="en-US" sz="2400" dirty="0"/>
            </a:br>
            <a:r>
              <a:rPr lang="en-US" sz="2400" dirty="0"/>
              <a:t>✅ Persistent data storage using </a:t>
            </a:r>
            <a:r>
              <a:rPr lang="en-US" sz="2400" dirty="0" err="1"/>
              <a:t>Supabase</a:t>
            </a:r>
            <a:br>
              <a:rPr lang="en-US" sz="2400" dirty="0"/>
            </a:br>
            <a:r>
              <a:rPr lang="en-US" sz="2400" dirty="0"/>
              <a:t>✅ Interactive dashboard and analytics</a:t>
            </a:r>
            <a:br>
              <a:rPr lang="en-US" sz="2400" dirty="0"/>
            </a:br>
            <a:r>
              <a:rPr lang="en-US" sz="2400" dirty="0"/>
              <a:t>✅ Gemini-powered AI assistance</a:t>
            </a:r>
            <a:br>
              <a:rPr lang="en-US" sz="2400" dirty="0"/>
            </a:br>
            <a:r>
              <a:rPr lang="en-US" sz="2400" dirty="0"/>
              <a:t>✅ Activity tracking and match management</a:t>
            </a:r>
          </a:p>
          <a:p>
            <a:pPr marL="0" indent="0">
              <a:buNone/>
            </a:pPr>
            <a:r>
              <a:rPr lang="en-US" sz="2800" b="1" dirty="0"/>
              <a:t>Expected Outcome</a:t>
            </a:r>
          </a:p>
          <a:p>
            <a:r>
              <a:rPr lang="en-US" sz="2400" dirty="0"/>
              <a:t>The system reduces manual donor searching and provides a </a:t>
            </a:r>
            <a:r>
              <a:rPr lang="en-US" sz="2400" b="1" dirty="0"/>
              <a:t>structured, intelligent and centralized platform</a:t>
            </a:r>
            <a:r>
              <a:rPr lang="en-US" sz="2400" dirty="0"/>
              <a:t> for identifying suitable donors quickly.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FC29-B8EE-75B5-C38F-42268F537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sz="4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475B68-54F7-0B94-F174-FBF1AA24F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287" y="1191352"/>
            <a:ext cx="11876183" cy="519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68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1DCB-A6F0-7566-91A0-24AFE94F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9E0D657-4FAA-32D5-6134-74CEA36B0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76" y="1232452"/>
            <a:ext cx="11737870" cy="504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8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1E46-1B26-DD57-5620-7B913BF3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CAD23-FE3E-7D6D-FD84-5860BCB78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301750"/>
            <a:ext cx="11029617" cy="521996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D92A83-7959-6518-E450-2A04AD831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39" y="1302026"/>
            <a:ext cx="11732963" cy="467332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763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5468-BDF2-AC98-A7F7-05731273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410896-7941-FE89-9791-048B48162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478" y="1952021"/>
            <a:ext cx="11029615" cy="467332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E5B2A-B23E-FA3E-8543-EA06AA003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7" y="1322599"/>
            <a:ext cx="11889902" cy="530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45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53E06-37AB-EAC4-7469-2D3C81A5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6D059C-EBB7-181B-D322-710909736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3512B9-BF27-DD95-552D-41EF95272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7" y="1430013"/>
            <a:ext cx="11732965" cy="49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13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8538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JeevanLink AI</a:t>
            </a:r>
            <a:r>
              <a:rPr lang="en-US" sz="2000" dirty="0"/>
              <a:t> successfully provides an intelligent and centralized platform for donor–recipient matching.</a:t>
            </a:r>
          </a:p>
          <a:p>
            <a:pPr lvl="0"/>
            <a:r>
              <a:rPr lang="en-US" sz="2000" dirty="0"/>
              <a:t>Enables quick and organized donor registration and emergency request management. </a:t>
            </a:r>
          </a:p>
          <a:p>
            <a:pPr lvl="0"/>
            <a:r>
              <a:rPr lang="en-US" sz="2000" dirty="0"/>
              <a:t>Identifies suitable donors using </a:t>
            </a:r>
            <a:r>
              <a:rPr lang="en-US" sz="2000" b="1" dirty="0"/>
              <a:t>blood compatibility, location, availability and verification</a:t>
            </a:r>
            <a:r>
              <a:rPr lang="en-US" sz="2000" dirty="0"/>
              <a:t>. </a:t>
            </a:r>
          </a:p>
          <a:p>
            <a:pPr lvl="0"/>
            <a:r>
              <a:rPr lang="en-US" sz="2000" dirty="0"/>
              <a:t>Uses </a:t>
            </a:r>
            <a:r>
              <a:rPr lang="en-US" sz="2000" b="1" dirty="0"/>
              <a:t>match scoring and ranking</a:t>
            </a:r>
            <a:r>
              <a:rPr lang="en-US" sz="2000" dirty="0"/>
              <a:t> to prioritize relevant donors. </a:t>
            </a:r>
          </a:p>
          <a:p>
            <a:pPr lvl="0"/>
            <a:r>
              <a:rPr lang="en-US" sz="2000" dirty="0"/>
              <a:t>Provides </a:t>
            </a:r>
            <a:r>
              <a:rPr lang="en-US" sz="2000" b="1" dirty="0" err="1"/>
              <a:t>Supabase</a:t>
            </a:r>
            <a:r>
              <a:rPr lang="en-US" sz="2000" b="1" dirty="0"/>
              <a:t>-based persistent data management</a:t>
            </a:r>
            <a:r>
              <a:rPr lang="en-US" sz="2000" dirty="0"/>
              <a:t> for donors, requests and matches. </a:t>
            </a:r>
          </a:p>
          <a:p>
            <a:pPr lvl="0"/>
            <a:r>
              <a:rPr lang="en-US" sz="2000" dirty="0"/>
              <a:t>Offers </a:t>
            </a:r>
            <a:r>
              <a:rPr lang="en-US" sz="2000" b="1" dirty="0"/>
              <a:t>Admin Portal</a:t>
            </a:r>
            <a:r>
              <a:rPr lang="en-US" sz="2000" dirty="0"/>
              <a:t> for verification, monitoring and request management. </a:t>
            </a:r>
          </a:p>
          <a:p>
            <a:pPr lvl="0"/>
            <a:r>
              <a:rPr lang="en-US" sz="2000" dirty="0"/>
              <a:t>Integrates </a:t>
            </a:r>
            <a:r>
              <a:rPr lang="en-US" sz="2000" b="1" dirty="0"/>
              <a:t>Gemini AI Assistant</a:t>
            </a:r>
            <a:r>
              <a:rPr lang="en-US" sz="2000" dirty="0"/>
              <a:t> for intelligent user assistance. </a:t>
            </a:r>
          </a:p>
          <a:p>
            <a:pPr lvl="0"/>
            <a:r>
              <a:rPr lang="en-US" sz="2000" dirty="0"/>
              <a:t>Provides an interactive </a:t>
            </a:r>
            <a:r>
              <a:rPr lang="en-US" sz="2000" b="1" dirty="0"/>
              <a:t>dashboard for analytics and activity monitoring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200" b="1" dirty="0"/>
              <a:t>Final Statement--:</a:t>
            </a:r>
          </a:p>
          <a:p>
            <a:pPr marL="0" indent="0">
              <a:buNone/>
            </a:pPr>
            <a:r>
              <a:rPr lang="en-US" sz="2000" b="1" dirty="0"/>
              <a:t>JeevanLink AI demonstrates how AI, automation and data-driven matching can make donation coordination more efficient, reliable and organized.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3953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▪️ 📍 Real-time GPS-based distance calculation</a:t>
            </a:r>
            <a:br>
              <a:rPr lang="en-US" sz="2400" dirty="0"/>
            </a:br>
            <a:r>
              <a:rPr lang="en-US" sz="2400" dirty="0"/>
              <a:t>▪️ 🔔 SMS / Email / Push notifications</a:t>
            </a:r>
            <a:br>
              <a:rPr lang="en-US" sz="2400" dirty="0"/>
            </a:br>
            <a:r>
              <a:rPr lang="en-US" sz="2400" dirty="0"/>
              <a:t>▪️ 👤 Advanced donor verification system</a:t>
            </a:r>
            <a:br>
              <a:rPr lang="en-US" sz="2400" dirty="0"/>
            </a:br>
            <a:r>
              <a:rPr lang="en-US" sz="2400" dirty="0"/>
              <a:t>▪️ 🔐 Improved authentication and data security</a:t>
            </a:r>
            <a:br>
              <a:rPr lang="en-US" sz="2400" dirty="0"/>
            </a:br>
            <a:r>
              <a:rPr lang="en-US" sz="2400" dirty="0"/>
              <a:t>▪️ 📱 Mobile application</a:t>
            </a:r>
            <a:br>
              <a:rPr lang="en-US" sz="2400" dirty="0"/>
            </a:br>
            <a:r>
              <a:rPr lang="en-US" sz="2400" dirty="0"/>
              <a:t>▪️ 🏥 Hospital and blood bank integration</a:t>
            </a:r>
            <a:br>
              <a:rPr lang="en-US" sz="2400" dirty="0"/>
            </a:br>
            <a:r>
              <a:rPr lang="en-US" sz="2400" dirty="0"/>
              <a:t>▪️ 📊 Advanced analytics and reporting</a:t>
            </a:r>
            <a:br>
              <a:rPr lang="en-US" sz="2400" dirty="0"/>
            </a:br>
            <a:r>
              <a:rPr lang="en-US" sz="2400" dirty="0"/>
              <a:t>▪️ 🤖 Improved AI-based donor recommendation</a:t>
            </a:r>
            <a:br>
              <a:rPr lang="en-US" sz="2400" dirty="0"/>
            </a:br>
            <a:r>
              <a:rPr lang="en-US" sz="2400" dirty="0"/>
              <a:t>▪️ 🌐 Nationwide donor network expansion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12660"/>
            <a:ext cx="11029615" cy="3556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▪️ Python Documentation</a:t>
            </a:r>
            <a:br>
              <a:rPr lang="en-US" sz="2400" dirty="0"/>
            </a:br>
            <a:r>
              <a:rPr lang="en-US" sz="2400" dirty="0"/>
              <a:t>▪️ </a:t>
            </a:r>
            <a:r>
              <a:rPr lang="en-US" sz="2400" dirty="0" err="1"/>
              <a:t>Streamlit</a:t>
            </a:r>
            <a:r>
              <a:rPr lang="en-US" sz="2400" dirty="0"/>
              <a:t> Documentation</a:t>
            </a:r>
            <a:br>
              <a:rPr lang="en-US" sz="2400" dirty="0"/>
            </a:br>
            <a:r>
              <a:rPr lang="en-US" sz="2400" dirty="0"/>
              <a:t>▪️ Google Gemini API Documentation</a:t>
            </a:r>
            <a:br>
              <a:rPr lang="en-US" sz="2400" dirty="0"/>
            </a:br>
            <a:r>
              <a:rPr lang="en-US" sz="2400" dirty="0"/>
              <a:t>▪️ </a:t>
            </a:r>
            <a:r>
              <a:rPr lang="en-US" sz="2400" dirty="0" err="1"/>
              <a:t>Supabase</a:t>
            </a:r>
            <a:r>
              <a:rPr lang="en-US" sz="2400" dirty="0"/>
              <a:t> Documentation</a:t>
            </a:r>
            <a:br>
              <a:rPr lang="en-US" sz="2400" dirty="0"/>
            </a:br>
            <a:r>
              <a:rPr lang="en-US" sz="2400" dirty="0"/>
              <a:t>▪️ Pandas Documentation</a:t>
            </a:r>
            <a:br>
              <a:rPr lang="en-US" sz="2400" dirty="0"/>
            </a:br>
            <a:r>
              <a:rPr lang="en-US" sz="2400" dirty="0"/>
              <a:t>▪️ GitHub Documentation</a:t>
            </a:r>
            <a:br>
              <a:rPr lang="en-US" sz="2400" dirty="0"/>
            </a:br>
            <a:r>
              <a:rPr lang="en-US" sz="2400" dirty="0"/>
              <a:t>▪️ Blood Group Compatibility References</a:t>
            </a:r>
            <a:br>
              <a:rPr lang="en-US" sz="2400" dirty="0"/>
            </a:br>
            <a:r>
              <a:rPr lang="en-US" sz="2400" dirty="0"/>
              <a:t>▪️ AICTE </a:t>
            </a:r>
            <a:r>
              <a:rPr lang="en-US" sz="2400" dirty="0" err="1"/>
              <a:t>SkillBuild</a:t>
            </a:r>
            <a:r>
              <a:rPr lang="en-US" sz="2400" dirty="0"/>
              <a:t> / Project Requirements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dirty="0" err="1"/>
              <a:t>Github</a:t>
            </a:r>
            <a:r>
              <a:rPr lang="en-IN" dirty="0"/>
              <a:t> Link : </a:t>
            </a:r>
            <a:r>
              <a:rPr lang="en-US" dirty="0">
                <a:hlinkClick r:id="rId2"/>
              </a:rPr>
              <a:t>https://github.com/Nakulmehra19/jeevanlink-ai</a:t>
            </a:r>
            <a:endParaRPr lang="en-US" dirty="0"/>
          </a:p>
          <a:p>
            <a:pPr marL="305435" indent="-305435"/>
            <a:r>
              <a:rPr lang="en-IN" dirty="0"/>
              <a:t>Deployment 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https://jeevanlink-ai.streamlit.app/</a:t>
            </a:r>
            <a:endParaRPr lang="en-US" dirty="0"/>
          </a:p>
          <a:p>
            <a:pPr marL="305435" indent="-305435"/>
            <a:r>
              <a:rPr lang="en-US" b="1" dirty="0"/>
              <a:t>Platform 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 Community Cloud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335</TotalTime>
  <Words>880</Words>
  <Application>Microsoft Office PowerPoint</Application>
  <PresentationFormat>Widescreen</PresentationFormat>
  <Paragraphs>133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Franklin Gothic Book</vt:lpstr>
      <vt:lpstr>Franklin Gothic Demi</vt:lpstr>
      <vt:lpstr>Wingdings 2</vt:lpstr>
      <vt:lpstr>DividendVTI</vt:lpstr>
      <vt:lpstr>🩸 JeevanLink AI 🤖</vt:lpstr>
      <vt:lpstr>OUTLINE</vt:lpstr>
      <vt:lpstr>Problem Statement</vt:lpstr>
      <vt:lpstr>Proposed Solution</vt:lpstr>
      <vt:lpstr>System  Approach</vt:lpstr>
      <vt:lpstr>TECHNOLOGIES USED</vt:lpstr>
      <vt:lpstr>Algorithm &amp; Deployment</vt:lpstr>
      <vt:lpstr>Result</vt:lpstr>
      <vt:lpstr>Result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Nakul mehra</cp:lastModifiedBy>
  <cp:revision>3</cp:revision>
  <dcterms:created xsi:type="dcterms:W3CDTF">2021-05-26T16:50:10Z</dcterms:created>
  <dcterms:modified xsi:type="dcterms:W3CDTF">2026-09-13T19:49:46Z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